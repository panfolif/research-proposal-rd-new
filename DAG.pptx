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8"/>
    <p:restoredTop sz="94624"/>
  </p:normalViewPr>
  <p:slideViewPr>
    <p:cSldViewPr snapToGrid="0">
      <p:cViewPr varScale="1">
        <p:scale>
          <a:sx n="89" d="100"/>
          <a:sy n="89" d="100"/>
        </p:scale>
        <p:origin x="176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CB2FBA-99B6-946D-8BC7-99B66D7F33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56C0E64-D091-CD31-E785-3EF35D217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8D8D11A-A0A1-5514-6D6B-294F5259A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BFD0-62BC-1043-8BC0-0D745B98DE2C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1CFFC76-A189-05FB-1AD4-F420EAB93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B443084-C3FD-04F8-FA51-EE5BEA8A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3414B-CEFF-F64E-9438-A2DFCC89632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9065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5DF159-0729-AA59-E387-367186A2A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3ECD3C9-5D53-DCB5-143B-A909B42DB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61F68D4-C0C5-B59A-EC83-099BC5DCF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BFD0-62BC-1043-8BC0-0D745B98DE2C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C37CE73-3CEE-B7A5-362D-1D5B1EF0A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4370FA4-601C-5D6A-A696-9EEAD24B1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3414B-CEFF-F64E-9438-A2DFCC89632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6566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32C72B-D684-C567-F61F-3B5FE3181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FAADCA-14E3-2692-181D-6BB551DA5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0153F9B-9599-3D16-C4FE-954F7BB4B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BFD0-62BC-1043-8BC0-0D745B98DE2C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09E0F5F-8C27-68B7-BEC3-2F5D9A8EB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662DB54-F0E5-BE2B-03BC-2085A38CF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3414B-CEFF-F64E-9438-A2DFCC89632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2482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CC1A02-67E0-A2C8-C497-CA307BC29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CB0AA49-E2F0-5160-21F7-E7ADD603A2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8114F0B-DA7C-8ACB-FADC-7C9E9F0BCD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166416F-A91A-0EF9-9019-442211227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BFD0-62BC-1043-8BC0-0D745B98DE2C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42D94AD-3B06-74FF-AB33-53C8F77B7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EC6FEEA-42C1-6134-D249-7FECAE157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3414B-CEFF-F64E-9438-A2DFCC89632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2721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E44F43-024A-53F7-454A-921D8D8AC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0C62174-0BAF-DA2A-8299-49E6A4606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2F7A6AC-1C68-D8F7-E154-9A117384A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47C12FD-691B-A304-7DA7-0552B4B4EE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D7139A7-111C-87EC-D464-07734006E7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E890DCF-1798-E4DD-A227-4292454BA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BFD0-62BC-1043-8BC0-0D745B98DE2C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A69AA5F-0373-D2BA-8A19-9D9F16350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72D3DA78-86A6-AF69-A101-4157A799E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3414B-CEFF-F64E-9438-A2DFCC89632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6302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D12127-26A1-8F95-29FB-DDD678D36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702B272-EBE1-DF9C-C532-DD41ADEE4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BFD0-62BC-1043-8BC0-0D745B98DE2C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B0B65DE-227A-0567-8D51-614264F99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B381DD3-3C17-F68F-CE78-8DEB98F5D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3414B-CEFF-F64E-9438-A2DFCC89632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9217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7AFF6D8-2DEE-AF23-40C6-6500D5ADD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BFD0-62BC-1043-8BC0-0D745B98DE2C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DF4014D-03CC-AFF2-DED3-471433AFC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36BA6EA-9530-69A8-8C5D-77569A415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3414B-CEFF-F64E-9438-A2DFCC89632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225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D97423-FE66-C634-FB80-2EF2B2EF0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EE0422-4232-8834-3C33-C6A98B993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C902948-63C6-BAD6-3374-220526116D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3D24EC5-9899-E7BA-4CAD-55A3A4958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BFD0-62BC-1043-8BC0-0D745B98DE2C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687267D-53AD-12DB-621B-FBEA87C93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027D821-A8F5-895A-AA68-88C1201CE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3414B-CEFF-F64E-9438-A2DFCC89632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492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CD5120-7309-BE5D-94F0-C887EC94E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56DCCFE-8939-2225-BA82-86A65B60D9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8DE6C97-F848-C094-B533-6A4346914A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98787B7-6A46-54E7-0FEE-A29868E18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BFD0-62BC-1043-8BC0-0D745B98DE2C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3923552-BC0D-142A-1257-B96988570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7CA51AE-5B6B-D082-F26B-DAE027C73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3414B-CEFF-F64E-9438-A2DFCC89632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3569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187F4C-DE24-0180-EA6C-2DBFECEBE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FD8976D-0A58-D5AB-9F5B-4CBB8950B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FEE646A-47D5-0957-BEBA-E734E91E9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BFD0-62BC-1043-8BC0-0D745B98DE2C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A21A0C-9ABC-700D-3808-367C44325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47F1453-FEB0-C0F7-AE5D-C93A507FA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3414B-CEFF-F64E-9438-A2DFCC89632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8795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1257A60-1458-FCFA-0F3B-EBC8E258D0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C785DCA-60F8-D371-C4DB-75C077E26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6B9EDD0-C902-2FBD-7864-78D635F7C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0BFD0-62BC-1043-8BC0-0D745B98DE2C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34E4F93-B1B6-2511-6C6C-2FCAFF02A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58E4DA9-8FF5-B56E-C68B-786A5A93E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3414B-CEFF-F64E-9438-A2DFCC89632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2759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455B395E-C5F6-F6AD-6E76-677A20597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547E4C7-B746-03BE-1CE9-B4A90E673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C323DF5-B21D-1EB3-0DA5-BDC35F5FAD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20BFD0-62BC-1043-8BC0-0D745B98DE2C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B35347-E2A1-D8B5-6EF1-C652427924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CAAB1E8-2988-F22D-FD98-8B5CDF5859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83414B-CEFF-F64E-9438-A2DFCC89632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3411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C99DB-C063-C365-E73A-D7818E30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e 3">
            <a:extLst>
              <a:ext uri="{FF2B5EF4-FFF2-40B4-BE49-F238E27FC236}">
                <a16:creationId xmlns:a16="http://schemas.microsoft.com/office/drawing/2014/main" id="{A03B8768-709B-A4BE-9358-CF15E17970C8}"/>
              </a:ext>
            </a:extLst>
          </p:cNvPr>
          <p:cNvSpPr>
            <a:spLocks noChangeAspect="1"/>
          </p:cNvSpPr>
          <p:nvPr/>
        </p:nvSpPr>
        <p:spPr>
          <a:xfrm>
            <a:off x="2847372" y="1319513"/>
            <a:ext cx="1440000" cy="1440000"/>
          </a:xfrm>
          <a:prstGeom prst="ellipse">
            <a:avLst/>
          </a:prstGeom>
          <a:noFill/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noProof="1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24DDCB54-059C-C55B-06E5-72301634BD1D}"/>
              </a:ext>
            </a:extLst>
          </p:cNvPr>
          <p:cNvSpPr>
            <a:spLocks noChangeAspect="1"/>
          </p:cNvSpPr>
          <p:nvPr/>
        </p:nvSpPr>
        <p:spPr>
          <a:xfrm>
            <a:off x="7456025" y="1319513"/>
            <a:ext cx="1440000" cy="1440000"/>
          </a:xfrm>
          <a:prstGeom prst="ellipse">
            <a:avLst/>
          </a:prstGeom>
          <a:noFill/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8E86A0D-74D5-1925-F0C6-6EA0E635CF66}"/>
              </a:ext>
            </a:extLst>
          </p:cNvPr>
          <p:cNvSpPr txBox="1"/>
          <p:nvPr/>
        </p:nvSpPr>
        <p:spPr>
          <a:xfrm>
            <a:off x="7601220" y="1854847"/>
            <a:ext cx="1149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noProof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Score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8B76FCF9-54C6-6BDA-F789-60FB345E3EA8}"/>
              </a:ext>
            </a:extLst>
          </p:cNvPr>
          <p:cNvSpPr txBox="1"/>
          <p:nvPr/>
        </p:nvSpPr>
        <p:spPr>
          <a:xfrm>
            <a:off x="2927091" y="1716347"/>
            <a:ext cx="1280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Teachers</a:t>
            </a:r>
          </a:p>
          <a:p>
            <a:pPr algn="ctr"/>
            <a:r>
              <a:rPr lang="en-GB" noProof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B70F1B27-DE6D-1453-FE08-E2D73C47DCA6}"/>
              </a:ext>
            </a:extLst>
          </p:cNvPr>
          <p:cNvSpPr>
            <a:spLocks noChangeAspect="1"/>
          </p:cNvSpPr>
          <p:nvPr/>
        </p:nvSpPr>
        <p:spPr>
          <a:xfrm>
            <a:off x="7456025" y="3910924"/>
            <a:ext cx="1440000" cy="1440000"/>
          </a:xfrm>
          <a:prstGeom prst="ellipse">
            <a:avLst/>
          </a:prstGeom>
          <a:noFill/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E897ED3-8BFA-8716-BFB4-9C4422D7C617}"/>
              </a:ext>
            </a:extLst>
          </p:cNvPr>
          <p:cNvSpPr txBox="1"/>
          <p:nvPr/>
        </p:nvSpPr>
        <p:spPr>
          <a:xfrm>
            <a:off x="7540276" y="4446258"/>
            <a:ext cx="1271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noProof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n°2</a:t>
            </a:r>
          </a:p>
        </p:txBody>
      </p:sp>
      <p:cxnSp>
        <p:nvCxnSpPr>
          <p:cNvPr id="17" name="Connettore diritto a freccia 16">
            <a:extLst>
              <a:ext uri="{FF2B5EF4-FFF2-40B4-BE49-F238E27FC236}">
                <a16:creationId xmlns:a16="http://schemas.microsoft.com/office/drawing/2014/main" id="{7E7502EF-DD9D-C4AD-62CA-7C197EDCE9E8}"/>
              </a:ext>
            </a:extLst>
          </p:cNvPr>
          <p:cNvCxnSpPr>
            <a:stCxn id="4" idx="6"/>
            <a:endCxn id="5" idx="2"/>
          </p:cNvCxnSpPr>
          <p:nvPr/>
        </p:nvCxnSpPr>
        <p:spPr>
          <a:xfrm>
            <a:off x="4287372" y="2039513"/>
            <a:ext cx="3168653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diritto a freccia 18">
            <a:extLst>
              <a:ext uri="{FF2B5EF4-FFF2-40B4-BE49-F238E27FC236}">
                <a16:creationId xmlns:a16="http://schemas.microsoft.com/office/drawing/2014/main" id="{BE5D322D-27E1-2406-A198-5EF8D8A86091}"/>
              </a:ext>
            </a:extLst>
          </p:cNvPr>
          <p:cNvCxnSpPr>
            <a:cxnSpLocks/>
            <a:stCxn id="14" idx="0"/>
            <a:endCxn id="5" idx="4"/>
          </p:cNvCxnSpPr>
          <p:nvPr/>
        </p:nvCxnSpPr>
        <p:spPr>
          <a:xfrm flipV="1">
            <a:off x="8176025" y="2759513"/>
            <a:ext cx="0" cy="1151411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diritto a freccia 21">
            <a:extLst>
              <a:ext uri="{FF2B5EF4-FFF2-40B4-BE49-F238E27FC236}">
                <a16:creationId xmlns:a16="http://schemas.microsoft.com/office/drawing/2014/main" id="{FF2A5641-9737-814B-9861-F57CCECE77B4}"/>
              </a:ext>
            </a:extLst>
          </p:cNvPr>
          <p:cNvCxnSpPr>
            <a:cxnSpLocks/>
            <a:stCxn id="14" idx="1"/>
            <a:endCxn id="4" idx="5"/>
          </p:cNvCxnSpPr>
          <p:nvPr/>
        </p:nvCxnSpPr>
        <p:spPr>
          <a:xfrm flipH="1" flipV="1">
            <a:off x="4076489" y="2548630"/>
            <a:ext cx="3590419" cy="1573177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e 1">
            <a:extLst>
              <a:ext uri="{FF2B5EF4-FFF2-40B4-BE49-F238E27FC236}">
                <a16:creationId xmlns:a16="http://schemas.microsoft.com/office/drawing/2014/main" id="{0D448FC8-2D8A-B460-AA14-D3D9CCBB0759}"/>
              </a:ext>
            </a:extLst>
          </p:cNvPr>
          <p:cNvSpPr>
            <a:spLocks noChangeAspect="1"/>
          </p:cNvSpPr>
          <p:nvPr/>
        </p:nvSpPr>
        <p:spPr>
          <a:xfrm>
            <a:off x="2847372" y="3910924"/>
            <a:ext cx="1440000" cy="1440000"/>
          </a:xfrm>
          <a:prstGeom prst="ellipse">
            <a:avLst/>
          </a:prstGeom>
          <a:noFill/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8A7B0D4-D22C-3206-C998-6307012D3E46}"/>
              </a:ext>
            </a:extLst>
          </p:cNvPr>
          <p:cNvSpPr txBox="1"/>
          <p:nvPr/>
        </p:nvSpPr>
        <p:spPr>
          <a:xfrm>
            <a:off x="2909950" y="4446258"/>
            <a:ext cx="1314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noProof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n°1</a:t>
            </a:r>
          </a:p>
        </p:txBody>
      </p:sp>
      <p:cxnSp>
        <p:nvCxnSpPr>
          <p:cNvPr id="6" name="Connettore diritto a freccia 5">
            <a:extLst>
              <a:ext uri="{FF2B5EF4-FFF2-40B4-BE49-F238E27FC236}">
                <a16:creationId xmlns:a16="http://schemas.microsoft.com/office/drawing/2014/main" id="{D1BA75C2-5334-584D-D08B-854288AB883E}"/>
              </a:ext>
            </a:extLst>
          </p:cNvPr>
          <p:cNvCxnSpPr>
            <a:cxnSpLocks/>
            <a:stCxn id="2" idx="0"/>
            <a:endCxn id="4" idx="4"/>
          </p:cNvCxnSpPr>
          <p:nvPr/>
        </p:nvCxnSpPr>
        <p:spPr>
          <a:xfrm flipV="1">
            <a:off x="3567372" y="2759513"/>
            <a:ext cx="0" cy="1151411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diritto a freccia 9">
            <a:extLst>
              <a:ext uri="{FF2B5EF4-FFF2-40B4-BE49-F238E27FC236}">
                <a16:creationId xmlns:a16="http://schemas.microsoft.com/office/drawing/2014/main" id="{6287FE92-7D53-FDE1-1F94-55E4A2DA2069}"/>
              </a:ext>
            </a:extLst>
          </p:cNvPr>
          <p:cNvCxnSpPr>
            <a:cxnSpLocks/>
            <a:stCxn id="2" idx="7"/>
            <a:endCxn id="5" idx="3"/>
          </p:cNvCxnSpPr>
          <p:nvPr/>
        </p:nvCxnSpPr>
        <p:spPr>
          <a:xfrm flipV="1">
            <a:off x="4076489" y="2548630"/>
            <a:ext cx="3590419" cy="1573177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diritto a freccia 19">
            <a:extLst>
              <a:ext uri="{FF2B5EF4-FFF2-40B4-BE49-F238E27FC236}">
                <a16:creationId xmlns:a16="http://schemas.microsoft.com/office/drawing/2014/main" id="{85A641DC-F681-D58B-1646-6285943CC3F1}"/>
              </a:ext>
            </a:extLst>
          </p:cNvPr>
          <p:cNvCxnSpPr>
            <a:cxnSpLocks/>
            <a:stCxn id="2" idx="6"/>
            <a:endCxn id="14" idx="2"/>
          </p:cNvCxnSpPr>
          <p:nvPr/>
        </p:nvCxnSpPr>
        <p:spPr>
          <a:xfrm>
            <a:off x="4287372" y="4630924"/>
            <a:ext cx="3168653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stealt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Per 24">
            <a:extLst>
              <a:ext uri="{FF2B5EF4-FFF2-40B4-BE49-F238E27FC236}">
                <a16:creationId xmlns:a16="http://schemas.microsoft.com/office/drawing/2014/main" id="{B15318DE-57E3-4E48-4B50-E6507A5E52CB}"/>
              </a:ext>
            </a:extLst>
          </p:cNvPr>
          <p:cNvSpPr>
            <a:spLocks noChangeAspect="1"/>
          </p:cNvSpPr>
          <p:nvPr/>
        </p:nvSpPr>
        <p:spPr>
          <a:xfrm>
            <a:off x="4795031" y="3550923"/>
            <a:ext cx="2160000" cy="2160000"/>
          </a:xfrm>
          <a:prstGeom prst="mathMultiply">
            <a:avLst>
              <a:gd name="adj1" fmla="val 5285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340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A9444-349B-7548-0F4B-82EFEA99A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e 3">
            <a:extLst>
              <a:ext uri="{FF2B5EF4-FFF2-40B4-BE49-F238E27FC236}">
                <a16:creationId xmlns:a16="http://schemas.microsoft.com/office/drawing/2014/main" id="{F21605C6-846C-16E3-DA1D-C7F13044EFD7}"/>
              </a:ext>
            </a:extLst>
          </p:cNvPr>
          <p:cNvSpPr>
            <a:spLocks noChangeAspect="1"/>
          </p:cNvSpPr>
          <p:nvPr/>
        </p:nvSpPr>
        <p:spPr>
          <a:xfrm>
            <a:off x="2847372" y="1319513"/>
            <a:ext cx="1440000" cy="1440000"/>
          </a:xfrm>
          <a:prstGeom prst="ellipse">
            <a:avLst/>
          </a:prstGeom>
          <a:noFill/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noProof="1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1AB48D44-FEB8-F1DB-E8D7-EF428B8FAE68}"/>
              </a:ext>
            </a:extLst>
          </p:cNvPr>
          <p:cNvSpPr>
            <a:spLocks noChangeAspect="1"/>
          </p:cNvSpPr>
          <p:nvPr/>
        </p:nvSpPr>
        <p:spPr>
          <a:xfrm>
            <a:off x="7456025" y="1319513"/>
            <a:ext cx="1440000" cy="1440000"/>
          </a:xfrm>
          <a:prstGeom prst="ellipse">
            <a:avLst/>
          </a:prstGeom>
          <a:noFill/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47CBC5D-BB29-2B16-FD81-0FB62D232855}"/>
              </a:ext>
            </a:extLst>
          </p:cNvPr>
          <p:cNvSpPr txBox="1"/>
          <p:nvPr/>
        </p:nvSpPr>
        <p:spPr>
          <a:xfrm>
            <a:off x="7601220" y="1854847"/>
            <a:ext cx="1149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noProof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Score</a:t>
            </a:r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6754CF31-FA57-7999-1673-28103D257160}"/>
              </a:ext>
            </a:extLst>
          </p:cNvPr>
          <p:cNvSpPr>
            <a:spLocks noChangeAspect="1"/>
          </p:cNvSpPr>
          <p:nvPr/>
        </p:nvSpPr>
        <p:spPr>
          <a:xfrm>
            <a:off x="7456025" y="3910924"/>
            <a:ext cx="1440000" cy="1440000"/>
          </a:xfrm>
          <a:prstGeom prst="ellipse">
            <a:avLst/>
          </a:prstGeom>
          <a:noFill/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FF9185E1-9073-6A11-0378-0C0748C6AFE5}"/>
              </a:ext>
            </a:extLst>
          </p:cNvPr>
          <p:cNvSpPr txBox="1"/>
          <p:nvPr/>
        </p:nvSpPr>
        <p:spPr>
          <a:xfrm>
            <a:off x="7540276" y="4446258"/>
            <a:ext cx="1271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noProof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n°2</a:t>
            </a:r>
          </a:p>
        </p:txBody>
      </p:sp>
      <p:cxnSp>
        <p:nvCxnSpPr>
          <p:cNvPr id="17" name="Connettore diritto a freccia 16">
            <a:extLst>
              <a:ext uri="{FF2B5EF4-FFF2-40B4-BE49-F238E27FC236}">
                <a16:creationId xmlns:a16="http://schemas.microsoft.com/office/drawing/2014/main" id="{90ABF612-4FE0-06D8-1BD6-5D2A116540E0}"/>
              </a:ext>
            </a:extLst>
          </p:cNvPr>
          <p:cNvCxnSpPr>
            <a:stCxn id="4" idx="6"/>
            <a:endCxn id="5" idx="2"/>
          </p:cNvCxnSpPr>
          <p:nvPr/>
        </p:nvCxnSpPr>
        <p:spPr>
          <a:xfrm>
            <a:off x="4287372" y="2039513"/>
            <a:ext cx="3168653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diritto a freccia 18">
            <a:extLst>
              <a:ext uri="{FF2B5EF4-FFF2-40B4-BE49-F238E27FC236}">
                <a16:creationId xmlns:a16="http://schemas.microsoft.com/office/drawing/2014/main" id="{1DAAC2B2-DA9C-405E-B7C8-DF583B05B79F}"/>
              </a:ext>
            </a:extLst>
          </p:cNvPr>
          <p:cNvCxnSpPr>
            <a:cxnSpLocks/>
            <a:stCxn id="14" idx="0"/>
            <a:endCxn id="5" idx="4"/>
          </p:cNvCxnSpPr>
          <p:nvPr/>
        </p:nvCxnSpPr>
        <p:spPr>
          <a:xfrm flipV="1">
            <a:off x="8176025" y="2759513"/>
            <a:ext cx="0" cy="1151411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diritto a freccia 21">
            <a:extLst>
              <a:ext uri="{FF2B5EF4-FFF2-40B4-BE49-F238E27FC236}">
                <a16:creationId xmlns:a16="http://schemas.microsoft.com/office/drawing/2014/main" id="{04FF3D1D-B770-E293-E482-CFF678365C01}"/>
              </a:ext>
            </a:extLst>
          </p:cNvPr>
          <p:cNvCxnSpPr>
            <a:cxnSpLocks/>
            <a:stCxn id="14" idx="1"/>
            <a:endCxn id="4" idx="5"/>
          </p:cNvCxnSpPr>
          <p:nvPr/>
        </p:nvCxnSpPr>
        <p:spPr>
          <a:xfrm flipH="1" flipV="1">
            <a:off x="4076489" y="2548630"/>
            <a:ext cx="3590419" cy="1573177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e 1">
            <a:extLst>
              <a:ext uri="{FF2B5EF4-FFF2-40B4-BE49-F238E27FC236}">
                <a16:creationId xmlns:a16="http://schemas.microsoft.com/office/drawing/2014/main" id="{DF80C762-1978-67E4-72A7-F70001DF88E2}"/>
              </a:ext>
            </a:extLst>
          </p:cNvPr>
          <p:cNvSpPr>
            <a:spLocks noChangeAspect="1"/>
          </p:cNvSpPr>
          <p:nvPr/>
        </p:nvSpPr>
        <p:spPr>
          <a:xfrm>
            <a:off x="2847372" y="3910924"/>
            <a:ext cx="1440000" cy="1440000"/>
          </a:xfrm>
          <a:prstGeom prst="ellipse">
            <a:avLst/>
          </a:prstGeom>
          <a:noFill/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DBE7AF7-2FA7-5DCD-DBB9-06749B333896}"/>
              </a:ext>
            </a:extLst>
          </p:cNvPr>
          <p:cNvSpPr txBox="1"/>
          <p:nvPr/>
        </p:nvSpPr>
        <p:spPr>
          <a:xfrm>
            <a:off x="2909950" y="4446258"/>
            <a:ext cx="1314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noProof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n°1</a:t>
            </a:r>
          </a:p>
        </p:txBody>
      </p:sp>
      <p:cxnSp>
        <p:nvCxnSpPr>
          <p:cNvPr id="6" name="Connettore diritto a freccia 5">
            <a:extLst>
              <a:ext uri="{FF2B5EF4-FFF2-40B4-BE49-F238E27FC236}">
                <a16:creationId xmlns:a16="http://schemas.microsoft.com/office/drawing/2014/main" id="{D8827CCD-6BB6-B582-0406-EAB9ACA44D4E}"/>
              </a:ext>
            </a:extLst>
          </p:cNvPr>
          <p:cNvCxnSpPr>
            <a:cxnSpLocks/>
            <a:stCxn id="2" idx="0"/>
            <a:endCxn id="4" idx="4"/>
          </p:cNvCxnSpPr>
          <p:nvPr/>
        </p:nvCxnSpPr>
        <p:spPr>
          <a:xfrm flipV="1">
            <a:off x="3567372" y="2759513"/>
            <a:ext cx="0" cy="1151411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diritto a freccia 9">
            <a:extLst>
              <a:ext uri="{FF2B5EF4-FFF2-40B4-BE49-F238E27FC236}">
                <a16:creationId xmlns:a16="http://schemas.microsoft.com/office/drawing/2014/main" id="{8235FDCB-990B-D74A-E83A-40A543FD8D37}"/>
              </a:ext>
            </a:extLst>
          </p:cNvPr>
          <p:cNvCxnSpPr>
            <a:cxnSpLocks/>
            <a:stCxn id="2" idx="7"/>
            <a:endCxn id="5" idx="3"/>
          </p:cNvCxnSpPr>
          <p:nvPr/>
        </p:nvCxnSpPr>
        <p:spPr>
          <a:xfrm flipV="1">
            <a:off x="4076489" y="2548630"/>
            <a:ext cx="3590419" cy="1573177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diritto a freccia 19">
            <a:extLst>
              <a:ext uri="{FF2B5EF4-FFF2-40B4-BE49-F238E27FC236}">
                <a16:creationId xmlns:a16="http://schemas.microsoft.com/office/drawing/2014/main" id="{D5B1D77C-13FE-357D-C60A-8A619D733C68}"/>
              </a:ext>
            </a:extLst>
          </p:cNvPr>
          <p:cNvCxnSpPr>
            <a:cxnSpLocks/>
            <a:stCxn id="2" idx="6"/>
            <a:endCxn id="14" idx="2"/>
          </p:cNvCxnSpPr>
          <p:nvPr/>
        </p:nvCxnSpPr>
        <p:spPr>
          <a:xfrm>
            <a:off x="4287372" y="4630924"/>
            <a:ext cx="3168653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stealt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Per 24">
            <a:extLst>
              <a:ext uri="{FF2B5EF4-FFF2-40B4-BE49-F238E27FC236}">
                <a16:creationId xmlns:a16="http://schemas.microsoft.com/office/drawing/2014/main" id="{8125BA18-DBD3-8D73-D578-5304430256C7}"/>
              </a:ext>
            </a:extLst>
          </p:cNvPr>
          <p:cNvSpPr>
            <a:spLocks noChangeAspect="1"/>
          </p:cNvSpPr>
          <p:nvPr/>
        </p:nvSpPr>
        <p:spPr>
          <a:xfrm>
            <a:off x="4795031" y="3550923"/>
            <a:ext cx="2160000" cy="2160000"/>
          </a:xfrm>
          <a:prstGeom prst="mathMultiply">
            <a:avLst>
              <a:gd name="adj1" fmla="val 5285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solidFill>
                <a:srgbClr val="C00000"/>
              </a:solidFill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AD0E769-91A4-8023-BD6D-4DAC7A194862}"/>
              </a:ext>
            </a:extLst>
          </p:cNvPr>
          <p:cNvSpPr txBox="1"/>
          <p:nvPr/>
        </p:nvSpPr>
        <p:spPr>
          <a:xfrm>
            <a:off x="3006810" y="1716347"/>
            <a:ext cx="1121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per Class</a:t>
            </a:r>
          </a:p>
        </p:txBody>
      </p:sp>
    </p:spTree>
    <p:extLst>
      <p:ext uri="{BB962C8B-B14F-4D97-AF65-F5344CB8AC3E}">
        <p14:creationId xmlns:p14="http://schemas.microsoft.com/office/powerpoint/2010/main" val="2345816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1DBEB-1EF3-2E8A-6EDA-F10B5FCDD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e 4">
            <a:extLst>
              <a:ext uri="{FF2B5EF4-FFF2-40B4-BE49-F238E27FC236}">
                <a16:creationId xmlns:a16="http://schemas.microsoft.com/office/drawing/2014/main" id="{9E841C74-47AF-11CF-D9A6-E708511521C4}"/>
              </a:ext>
            </a:extLst>
          </p:cNvPr>
          <p:cNvSpPr>
            <a:spLocks noChangeAspect="1"/>
          </p:cNvSpPr>
          <p:nvPr/>
        </p:nvSpPr>
        <p:spPr>
          <a:xfrm>
            <a:off x="6632058" y="2709000"/>
            <a:ext cx="1440000" cy="1440000"/>
          </a:xfrm>
          <a:prstGeom prst="ellipse">
            <a:avLst/>
          </a:prstGeom>
          <a:noFill/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E4EC7CB-74C9-F480-A14E-1176F7163ED3}"/>
              </a:ext>
            </a:extLst>
          </p:cNvPr>
          <p:cNvSpPr txBox="1"/>
          <p:nvPr/>
        </p:nvSpPr>
        <p:spPr>
          <a:xfrm>
            <a:off x="6777253" y="3244334"/>
            <a:ext cx="1149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noProof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Score</a:t>
            </a:r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BAAD82E3-A8DB-321F-5C07-5F3001D1C42F}"/>
              </a:ext>
            </a:extLst>
          </p:cNvPr>
          <p:cNvSpPr>
            <a:spLocks noChangeAspect="1"/>
          </p:cNvSpPr>
          <p:nvPr/>
        </p:nvSpPr>
        <p:spPr>
          <a:xfrm>
            <a:off x="35596" y="3613666"/>
            <a:ext cx="1440000" cy="1440000"/>
          </a:xfrm>
          <a:prstGeom prst="ellipse">
            <a:avLst/>
          </a:prstGeom>
          <a:noFill/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C2B7BA2A-89DD-56DE-5487-039901B9A8D2}"/>
              </a:ext>
            </a:extLst>
          </p:cNvPr>
          <p:cNvSpPr>
            <a:spLocks noChangeAspect="1"/>
          </p:cNvSpPr>
          <p:nvPr/>
        </p:nvSpPr>
        <p:spPr>
          <a:xfrm>
            <a:off x="2323873" y="2709000"/>
            <a:ext cx="1440000" cy="1440000"/>
          </a:xfrm>
          <a:prstGeom prst="ellipse">
            <a:avLst/>
          </a:prstGeom>
          <a:noFill/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Connettore diritto a freccia 9">
            <a:extLst>
              <a:ext uri="{FF2B5EF4-FFF2-40B4-BE49-F238E27FC236}">
                <a16:creationId xmlns:a16="http://schemas.microsoft.com/office/drawing/2014/main" id="{2731A716-B044-2771-76F3-CFFCA7E9F4F6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>
            <a:off x="3763873" y="3429000"/>
            <a:ext cx="2868185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105E4F6-C627-925D-D84C-850FB421CEED}"/>
              </a:ext>
            </a:extLst>
          </p:cNvPr>
          <p:cNvSpPr txBox="1"/>
          <p:nvPr/>
        </p:nvSpPr>
        <p:spPr>
          <a:xfrm>
            <a:off x="2483311" y="3103469"/>
            <a:ext cx="1121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Teachers</a:t>
            </a:r>
          </a:p>
          <a:p>
            <a:pPr algn="ctr"/>
            <a:r>
              <a:rPr lang="en-GB" noProof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</a:p>
        </p:txBody>
      </p:sp>
      <p:sp>
        <p:nvSpPr>
          <p:cNvPr id="76" name="Ovale 75">
            <a:extLst>
              <a:ext uri="{FF2B5EF4-FFF2-40B4-BE49-F238E27FC236}">
                <a16:creationId xmlns:a16="http://schemas.microsoft.com/office/drawing/2014/main" id="{8455D507-A731-1053-3DB2-DEC438F6DAA2}"/>
              </a:ext>
            </a:extLst>
          </p:cNvPr>
          <p:cNvSpPr>
            <a:spLocks noChangeAspect="1"/>
          </p:cNvSpPr>
          <p:nvPr/>
        </p:nvSpPr>
        <p:spPr>
          <a:xfrm>
            <a:off x="9663828" y="127879"/>
            <a:ext cx="1440000" cy="1440000"/>
          </a:xfrm>
          <a:prstGeom prst="ellipse">
            <a:avLst/>
          </a:prstGeom>
          <a:noFill/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CasellaDiTesto 76">
            <a:extLst>
              <a:ext uri="{FF2B5EF4-FFF2-40B4-BE49-F238E27FC236}">
                <a16:creationId xmlns:a16="http://schemas.microsoft.com/office/drawing/2014/main" id="{9423D22F-076A-0FE9-4127-6D213A729B9C}"/>
              </a:ext>
            </a:extLst>
          </p:cNvPr>
          <p:cNvSpPr txBox="1"/>
          <p:nvPr/>
        </p:nvSpPr>
        <p:spPr>
          <a:xfrm>
            <a:off x="9853875" y="236103"/>
            <a:ext cx="105990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noProof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Federal,</a:t>
            </a:r>
          </a:p>
          <a:p>
            <a:pPr algn="ctr"/>
            <a:r>
              <a:rPr lang="en-GB" sz="1600" noProof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state,</a:t>
            </a:r>
          </a:p>
          <a:p>
            <a:pPr algn="ctr"/>
            <a:r>
              <a:rPr lang="en-GB" sz="1600" noProof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municipal,</a:t>
            </a:r>
          </a:p>
          <a:p>
            <a:pPr algn="ctr"/>
            <a:r>
              <a:rPr lang="en-GB" sz="1600" noProof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</a:p>
        </p:txBody>
      </p:sp>
      <p:sp>
        <p:nvSpPr>
          <p:cNvPr id="79" name="CasellaDiTesto 78">
            <a:extLst>
              <a:ext uri="{FF2B5EF4-FFF2-40B4-BE49-F238E27FC236}">
                <a16:creationId xmlns:a16="http://schemas.microsoft.com/office/drawing/2014/main" id="{AC55A16F-E706-209D-2F21-35D8F5696EF7}"/>
              </a:ext>
            </a:extLst>
          </p:cNvPr>
          <p:cNvSpPr txBox="1"/>
          <p:nvPr/>
        </p:nvSpPr>
        <p:spPr>
          <a:xfrm>
            <a:off x="3763873" y="201548"/>
            <a:ext cx="126658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t-IT"/>
            </a:defPPr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GB" noProof="1"/>
              <a:t>Functional status, Location, Staff totals, Urban/Rural</a:t>
            </a:r>
          </a:p>
          <a:p>
            <a:pPr algn="ctr"/>
            <a:endParaRPr lang="en-GB" noProof="1"/>
          </a:p>
        </p:txBody>
      </p:sp>
      <p:sp>
        <p:nvSpPr>
          <p:cNvPr id="81" name="CasellaDiTesto 80">
            <a:extLst>
              <a:ext uri="{FF2B5EF4-FFF2-40B4-BE49-F238E27FC236}">
                <a16:creationId xmlns:a16="http://schemas.microsoft.com/office/drawing/2014/main" id="{37AD4555-BD76-99ED-AB1A-13A78F9B50FC}"/>
              </a:ext>
            </a:extLst>
          </p:cNvPr>
          <p:cNvSpPr txBox="1"/>
          <p:nvPr/>
        </p:nvSpPr>
        <p:spPr>
          <a:xfrm>
            <a:off x="4439555" y="4942669"/>
            <a:ext cx="1440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t-IT"/>
            </a:defPPr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GB" noProof="1"/>
              <a:t>Infrastructure and Facilities</a:t>
            </a:r>
          </a:p>
        </p:txBody>
      </p:sp>
      <p:sp>
        <p:nvSpPr>
          <p:cNvPr id="84" name="Ovale 83">
            <a:extLst>
              <a:ext uri="{FF2B5EF4-FFF2-40B4-BE49-F238E27FC236}">
                <a16:creationId xmlns:a16="http://schemas.microsoft.com/office/drawing/2014/main" id="{75CFAFB4-167B-A228-9A36-BBA3DFADECCE}"/>
              </a:ext>
            </a:extLst>
          </p:cNvPr>
          <p:cNvSpPr>
            <a:spLocks noChangeAspect="1"/>
          </p:cNvSpPr>
          <p:nvPr/>
        </p:nvSpPr>
        <p:spPr>
          <a:xfrm>
            <a:off x="126810" y="127879"/>
            <a:ext cx="1440000" cy="1440000"/>
          </a:xfrm>
          <a:prstGeom prst="ellipse">
            <a:avLst/>
          </a:prstGeom>
          <a:noFill/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Ovale 84">
            <a:extLst>
              <a:ext uri="{FF2B5EF4-FFF2-40B4-BE49-F238E27FC236}">
                <a16:creationId xmlns:a16="http://schemas.microsoft.com/office/drawing/2014/main" id="{34DDEC74-2D98-0467-1A74-B5DE900C3329}"/>
              </a:ext>
            </a:extLst>
          </p:cNvPr>
          <p:cNvSpPr>
            <a:spLocks noChangeAspect="1"/>
          </p:cNvSpPr>
          <p:nvPr/>
        </p:nvSpPr>
        <p:spPr>
          <a:xfrm>
            <a:off x="4411746" y="4545834"/>
            <a:ext cx="1440000" cy="1440000"/>
          </a:xfrm>
          <a:prstGeom prst="ellipse">
            <a:avLst/>
          </a:prstGeom>
          <a:noFill/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Ovale 85">
            <a:extLst>
              <a:ext uri="{FF2B5EF4-FFF2-40B4-BE49-F238E27FC236}">
                <a16:creationId xmlns:a16="http://schemas.microsoft.com/office/drawing/2014/main" id="{3402325E-304D-E1B2-BCFF-CA30810153AD}"/>
              </a:ext>
            </a:extLst>
          </p:cNvPr>
          <p:cNvSpPr>
            <a:spLocks noChangeAspect="1"/>
          </p:cNvSpPr>
          <p:nvPr/>
        </p:nvSpPr>
        <p:spPr>
          <a:xfrm>
            <a:off x="103561" y="1922500"/>
            <a:ext cx="1440000" cy="1440000"/>
          </a:xfrm>
          <a:prstGeom prst="ellipse">
            <a:avLst/>
          </a:prstGeom>
          <a:noFill/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7" name="Connettore diritto a freccia 126">
            <a:extLst>
              <a:ext uri="{FF2B5EF4-FFF2-40B4-BE49-F238E27FC236}">
                <a16:creationId xmlns:a16="http://schemas.microsoft.com/office/drawing/2014/main" id="{5248596C-EA0D-C8F1-1610-36CEE1C072F1}"/>
              </a:ext>
            </a:extLst>
          </p:cNvPr>
          <p:cNvCxnSpPr>
            <a:cxnSpLocks/>
            <a:stCxn id="85" idx="2"/>
            <a:endCxn id="2" idx="5"/>
          </p:cNvCxnSpPr>
          <p:nvPr/>
        </p:nvCxnSpPr>
        <p:spPr>
          <a:xfrm flipH="1" flipV="1">
            <a:off x="3552990" y="3938117"/>
            <a:ext cx="858756" cy="1327717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ttore diritto a freccia 130">
            <a:extLst>
              <a:ext uri="{FF2B5EF4-FFF2-40B4-BE49-F238E27FC236}">
                <a16:creationId xmlns:a16="http://schemas.microsoft.com/office/drawing/2014/main" id="{5E9F673D-6253-CC3F-88E0-B6052F601834}"/>
              </a:ext>
            </a:extLst>
          </p:cNvPr>
          <p:cNvCxnSpPr>
            <a:cxnSpLocks/>
            <a:stCxn id="85" idx="7"/>
            <a:endCxn id="5" idx="3"/>
          </p:cNvCxnSpPr>
          <p:nvPr/>
        </p:nvCxnSpPr>
        <p:spPr>
          <a:xfrm flipV="1">
            <a:off x="5640863" y="3938117"/>
            <a:ext cx="1202078" cy="81860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8049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1623F-1B08-9855-E2C8-60A4DEFDE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e 4">
            <a:extLst>
              <a:ext uri="{FF2B5EF4-FFF2-40B4-BE49-F238E27FC236}">
                <a16:creationId xmlns:a16="http://schemas.microsoft.com/office/drawing/2014/main" id="{53AC34FE-2283-D096-37B7-8582633C0B34}"/>
              </a:ext>
            </a:extLst>
          </p:cNvPr>
          <p:cNvSpPr>
            <a:spLocks noChangeAspect="1"/>
          </p:cNvSpPr>
          <p:nvPr/>
        </p:nvSpPr>
        <p:spPr>
          <a:xfrm>
            <a:off x="6632058" y="2709000"/>
            <a:ext cx="1440000" cy="1440000"/>
          </a:xfrm>
          <a:prstGeom prst="ellipse">
            <a:avLst/>
          </a:prstGeom>
          <a:noFill/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984569F-33B6-9222-04E3-9591C30554C6}"/>
              </a:ext>
            </a:extLst>
          </p:cNvPr>
          <p:cNvSpPr txBox="1"/>
          <p:nvPr/>
        </p:nvSpPr>
        <p:spPr>
          <a:xfrm>
            <a:off x="6777253" y="3244334"/>
            <a:ext cx="1149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noProof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Score</a:t>
            </a: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80601BEB-7D44-9EE6-E796-1C06CA5D8CEF}"/>
              </a:ext>
            </a:extLst>
          </p:cNvPr>
          <p:cNvSpPr>
            <a:spLocks noChangeAspect="1"/>
          </p:cNvSpPr>
          <p:nvPr/>
        </p:nvSpPr>
        <p:spPr>
          <a:xfrm>
            <a:off x="2323873" y="2709000"/>
            <a:ext cx="1440000" cy="1440000"/>
          </a:xfrm>
          <a:prstGeom prst="ellipse">
            <a:avLst/>
          </a:prstGeom>
          <a:noFill/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Connettore diritto a freccia 9">
            <a:extLst>
              <a:ext uri="{FF2B5EF4-FFF2-40B4-BE49-F238E27FC236}">
                <a16:creationId xmlns:a16="http://schemas.microsoft.com/office/drawing/2014/main" id="{613BB788-8B2B-DF92-6A35-295D1F60B828}"/>
              </a:ext>
            </a:extLst>
          </p:cNvPr>
          <p:cNvCxnSpPr>
            <a:cxnSpLocks/>
            <a:stCxn id="2" idx="6"/>
            <a:endCxn id="5" idx="2"/>
          </p:cNvCxnSpPr>
          <p:nvPr/>
        </p:nvCxnSpPr>
        <p:spPr>
          <a:xfrm>
            <a:off x="3763873" y="3429000"/>
            <a:ext cx="2868185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0E2EE84-C2FC-29BB-93D9-2C90D648672F}"/>
              </a:ext>
            </a:extLst>
          </p:cNvPr>
          <p:cNvSpPr txBox="1"/>
          <p:nvPr/>
        </p:nvSpPr>
        <p:spPr>
          <a:xfrm>
            <a:off x="2483311" y="3103469"/>
            <a:ext cx="1121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Teachers</a:t>
            </a:r>
          </a:p>
          <a:p>
            <a:pPr algn="ctr"/>
            <a:r>
              <a:rPr lang="en-GB" noProof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</a:p>
        </p:txBody>
      </p:sp>
      <p:sp>
        <p:nvSpPr>
          <p:cNvPr id="81" name="CasellaDiTesto 80">
            <a:extLst>
              <a:ext uri="{FF2B5EF4-FFF2-40B4-BE49-F238E27FC236}">
                <a16:creationId xmlns:a16="http://schemas.microsoft.com/office/drawing/2014/main" id="{04A8AF03-10AB-1480-C7F8-8894D6BCC07D}"/>
              </a:ext>
            </a:extLst>
          </p:cNvPr>
          <p:cNvSpPr txBox="1"/>
          <p:nvPr/>
        </p:nvSpPr>
        <p:spPr>
          <a:xfrm>
            <a:off x="4439555" y="4942669"/>
            <a:ext cx="1440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t-IT"/>
            </a:defPPr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GB" noProof="1"/>
              <a:t>Infrastructure and Facilities</a:t>
            </a:r>
          </a:p>
        </p:txBody>
      </p:sp>
      <p:sp>
        <p:nvSpPr>
          <p:cNvPr id="85" name="Ovale 84">
            <a:extLst>
              <a:ext uri="{FF2B5EF4-FFF2-40B4-BE49-F238E27FC236}">
                <a16:creationId xmlns:a16="http://schemas.microsoft.com/office/drawing/2014/main" id="{C91FE916-A682-461B-7691-0CE3B6F542B5}"/>
              </a:ext>
            </a:extLst>
          </p:cNvPr>
          <p:cNvSpPr>
            <a:spLocks noChangeAspect="1"/>
          </p:cNvSpPr>
          <p:nvPr/>
        </p:nvSpPr>
        <p:spPr>
          <a:xfrm>
            <a:off x="4411746" y="4545834"/>
            <a:ext cx="1440000" cy="1440000"/>
          </a:xfrm>
          <a:prstGeom prst="ellipse">
            <a:avLst/>
          </a:prstGeom>
          <a:noFill/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7" name="Connettore diritto a freccia 126">
            <a:extLst>
              <a:ext uri="{FF2B5EF4-FFF2-40B4-BE49-F238E27FC236}">
                <a16:creationId xmlns:a16="http://schemas.microsoft.com/office/drawing/2014/main" id="{3F4D9129-A5C6-745B-818B-A500A9F3763F}"/>
              </a:ext>
            </a:extLst>
          </p:cNvPr>
          <p:cNvCxnSpPr>
            <a:cxnSpLocks/>
            <a:stCxn id="85" idx="1"/>
            <a:endCxn id="2" idx="5"/>
          </p:cNvCxnSpPr>
          <p:nvPr/>
        </p:nvCxnSpPr>
        <p:spPr>
          <a:xfrm flipH="1" flipV="1">
            <a:off x="3552990" y="3938117"/>
            <a:ext cx="1069639" cy="81860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ttore diritto a freccia 130">
            <a:extLst>
              <a:ext uri="{FF2B5EF4-FFF2-40B4-BE49-F238E27FC236}">
                <a16:creationId xmlns:a16="http://schemas.microsoft.com/office/drawing/2014/main" id="{0B6B1653-91D2-4FF3-63DB-1B9407D0B2FF}"/>
              </a:ext>
            </a:extLst>
          </p:cNvPr>
          <p:cNvCxnSpPr>
            <a:cxnSpLocks/>
            <a:stCxn id="85" idx="7"/>
            <a:endCxn id="5" idx="3"/>
          </p:cNvCxnSpPr>
          <p:nvPr/>
        </p:nvCxnSpPr>
        <p:spPr>
          <a:xfrm flipV="1">
            <a:off x="5640863" y="3938117"/>
            <a:ext cx="1202078" cy="81860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8707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2422</TotalTime>
  <Words>57</Words>
  <Application>Microsoft Macintosh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Times New Roman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Filippo Panfoli</dc:creator>
  <cp:lastModifiedBy>Filippo Panfoli</cp:lastModifiedBy>
  <cp:revision>3</cp:revision>
  <cp:lastPrinted>2026-01-07T18:39:08Z</cp:lastPrinted>
  <dcterms:created xsi:type="dcterms:W3CDTF">2026-01-07T17:47:58Z</dcterms:created>
  <dcterms:modified xsi:type="dcterms:W3CDTF">2026-01-09T10:10:37Z</dcterms:modified>
</cp:coreProperties>
</file>